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0D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3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06CAE2-017A-45C1-3B59-10887D22ADF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2002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VORTEX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Децентрализованный P2P мессенджер с E2E шифрованием. Без облаков. Без серверов. Без интернета. Только твоя сеть.</a:t>
            </a:r>
            <a:endParaRPr lang="en-US" sz="18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B6FF8D-519B-FA73-2B10-8C67587286E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 0"/>
          <p:cNvSpPr/>
          <p:nvPr/>
        </p:nvSpPr>
        <p:spPr>
          <a:xfrm>
            <a:off x="837724" y="2049661"/>
            <a:ext cx="99955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Times New Roman" panose="02020603050405020304" pitchFamily="18" charset="0"/>
              </a:rPr>
              <a:t>Общение там, где другие бессильны</a:t>
            </a:r>
            <a:endParaRPr lang="en-US" sz="44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3351967"/>
            <a:ext cx="5571053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Times New Roman" panose="02020603050405020304" pitchFamily="18" charset="0"/>
              </a:rPr>
              <a:t>Зависимость от "Большого Брата"</a:t>
            </a:r>
            <a:endParaRPr lang="en-US" sz="265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4013597"/>
            <a:ext cx="6185535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Signal и Telegram требуют интернет и номера телефона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Облачные серверы — единая точка отказа и цензуры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Ваши данные хранятся у третьих лиц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14761" y="3351967"/>
            <a:ext cx="348365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Times New Roman" panose="02020603050405020304" pitchFamily="18" charset="0"/>
              </a:rPr>
              <a:t>Истинная автономия</a:t>
            </a:r>
            <a:endParaRPr lang="en-US" sz="265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14761" y="4013597"/>
            <a:ext cx="6185535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Работает без интернета в локальной сети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Нет центрального сервера — только P2P узлы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Times New Roman" panose="02020603050405020304" pitchFamily="18" charset="0"/>
              </a:rPr>
              <a:t>Не требует никаких личных данных</a:t>
            </a:r>
            <a:endParaRPr lang="en-US" sz="1850" dirty="0">
              <a:latin typeface="Helvetica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5A75FF9-A828-6E60-4FB3-63E3D0DA40E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 0"/>
          <p:cNvSpPr/>
          <p:nvPr/>
        </p:nvSpPr>
        <p:spPr>
          <a:xfrm>
            <a:off x="1881783" y="1275993"/>
            <a:ext cx="10758368" cy="492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Полный набор инструментов для безопасного общения</a:t>
            </a:r>
            <a:endParaRPr lang="en-US" sz="310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81783" y="2001917"/>
            <a:ext cx="5374958" cy="1496854"/>
          </a:xfrm>
          <a:prstGeom prst="roundRect">
            <a:avLst>
              <a:gd name="adj" fmla="val 1677"/>
            </a:avLst>
          </a:prstGeom>
          <a:solidFill>
            <a:srgbClr val="2F2B5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66" y="2169200"/>
            <a:ext cx="501968" cy="5019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7059" y="2307193"/>
            <a:ext cx="225862" cy="2258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9066" y="2788087"/>
            <a:ext cx="308086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Мгновенное авто-обнаружение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049066" y="3104198"/>
            <a:ext cx="5040392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UDP broadcast находит соседей за 2 секунды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373660" y="2001917"/>
            <a:ext cx="5374958" cy="1496854"/>
          </a:xfrm>
          <a:prstGeom prst="roundRect">
            <a:avLst>
              <a:gd name="adj" fmla="val 1677"/>
            </a:avLst>
          </a:prstGeom>
          <a:solidFill>
            <a:srgbClr val="2F2B5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942" y="2169200"/>
            <a:ext cx="501968" cy="50196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8936" y="2307193"/>
            <a:ext cx="225862" cy="2258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0942" y="2788087"/>
            <a:ext cx="339637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Военный уровень E2E шифрования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540942" y="3104198"/>
            <a:ext cx="5040392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X25519 + AES-256-GCM. Ключ уникален для каждой комнаты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1881783" y="3615690"/>
            <a:ext cx="5374958" cy="1724144"/>
          </a:xfrm>
          <a:prstGeom prst="roundRect">
            <a:avLst>
              <a:gd name="adj" fmla="val 1456"/>
            </a:avLst>
          </a:prstGeom>
          <a:solidFill>
            <a:srgbClr val="2F2B54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9066" y="3782973"/>
            <a:ext cx="501968" cy="50196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7059" y="3920966"/>
            <a:ext cx="225862" cy="2258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49066" y="4401860"/>
            <a:ext cx="1982033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Аудио/Видео звонки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049066" y="4717971"/>
            <a:ext cx="5040392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Прямые P2P WebRTC звонки с мониторингом качества (RTT, джиттер, потери)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373660" y="3615690"/>
            <a:ext cx="5374958" cy="1724144"/>
          </a:xfrm>
          <a:prstGeom prst="roundRect">
            <a:avLst>
              <a:gd name="adj" fmla="val 1456"/>
            </a:avLst>
          </a:prstGeom>
          <a:solidFill>
            <a:srgbClr val="2F2B54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0942" y="3782973"/>
            <a:ext cx="501968" cy="501968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78936" y="3920966"/>
            <a:ext cx="225862" cy="22586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40942" y="4401860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Работа в Mesh-сети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7540942" y="4717971"/>
            <a:ext cx="5040392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Мультихоп: сообщения проходят через другие узлы с защитой от петель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881783" y="5456753"/>
            <a:ext cx="5374958" cy="1496854"/>
          </a:xfrm>
          <a:prstGeom prst="roundRect">
            <a:avLst>
              <a:gd name="adj" fmla="val 1677"/>
            </a:avLst>
          </a:prstGeom>
          <a:solidFill>
            <a:srgbClr val="2F2B54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9066" y="5624036"/>
            <a:ext cx="501968" cy="50196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87059" y="5762030"/>
            <a:ext cx="225862" cy="22586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049066" y="6242923"/>
            <a:ext cx="229016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Несколько транспортов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2049066" y="6559034"/>
            <a:ext cx="5040392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Wi-Fi Direct, BLE (как fallback), NAT Traversal (STUN)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7373660" y="5456753"/>
            <a:ext cx="5374958" cy="1496854"/>
          </a:xfrm>
          <a:prstGeom prst="roundRect">
            <a:avLst>
              <a:gd name="adj" fmla="val 1677"/>
            </a:avLst>
          </a:prstGeom>
          <a:solidFill>
            <a:srgbClr val="2F2B54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40942" y="5624036"/>
            <a:ext cx="501968" cy="501968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78936" y="5762030"/>
            <a:ext cx="225862" cy="22586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540942" y="6242923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Обмен файлами</a:t>
            </a:r>
            <a:endParaRPr lang="en-US" sz="1550" dirty="0">
              <a:latin typeface="Helvetica" pitchFamily="2" charset="0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7540942" y="6559034"/>
            <a:ext cx="5040392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До 100 МБ с проверкой целостности SHA-256</a:t>
            </a:r>
            <a:endParaRPr lang="en-US" sz="13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993812-5A3E-EB68-7821-26E10409986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 0"/>
          <p:cNvSpPr/>
          <p:nvPr/>
        </p:nvSpPr>
        <p:spPr>
          <a:xfrm>
            <a:off x="837724" y="1856780"/>
            <a:ext cx="866667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Мощный технологический стек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3039547"/>
            <a:ext cx="4158734" cy="3333274"/>
          </a:xfrm>
          <a:prstGeom prst="roundRect">
            <a:avLst>
              <a:gd name="adj" fmla="val 438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4" y="3039547"/>
            <a:ext cx="121920" cy="3333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959" y="3309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Бэкенд (Ядро)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98959" y="3804880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Python + FastAPI обеспечивают легкий и быстрый сервер. SQLite в режиме WAL для надежного хранения.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35773" y="3039547"/>
            <a:ext cx="4158734" cy="3333274"/>
          </a:xfrm>
          <a:prstGeom prst="roundRect">
            <a:avLst>
              <a:gd name="adj" fmla="val 438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293" y="3039547"/>
            <a:ext cx="121920" cy="33332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97009" y="3309342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Криптоядро (Безопасность)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597009" y="4156829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Rust (X25519, AES-GCM, BLAKE3, Argon2id) — нативная скорость и гарантии безопасности. PyO3 связка с Python.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633823" y="3039547"/>
            <a:ext cx="4158853" cy="3333274"/>
          </a:xfrm>
          <a:prstGeom prst="roundRect">
            <a:avLst>
              <a:gd name="adj" fmla="val 438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343" y="3039547"/>
            <a:ext cx="121920" cy="33332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95059" y="3309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Фронтенд (Клиент)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995059" y="3804880"/>
            <a:ext cx="352782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Веб-интерфейс на чистом JS. PWA (Progressive Web App) — устанавливается как приложение на любую платформу (Win, Mac, Linux, Android, iOS).</a:t>
            </a:r>
            <a:endParaRPr lang="en-US" sz="18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825F08D-7F64-55CF-9112-39F878F3C89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 0"/>
          <p:cNvSpPr/>
          <p:nvPr/>
        </p:nvSpPr>
        <p:spPr>
          <a:xfrm>
            <a:off x="745927" y="1123355"/>
            <a:ext cx="5304949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VORTEX vs Остальные</a:t>
            </a:r>
            <a:endParaRPr lang="en-US" sz="390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5927" y="2129671"/>
            <a:ext cx="13138547" cy="4440793"/>
          </a:xfrm>
          <a:prstGeom prst="roundRect">
            <a:avLst>
              <a:gd name="adj" fmla="val 7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547" y="2137291"/>
            <a:ext cx="13123307" cy="5650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6907" y="2258735"/>
            <a:ext cx="285071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Характеристика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51484" y="2258735"/>
            <a:ext cx="284690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VORTEX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32251" y="2258735"/>
            <a:ext cx="284690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Signal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13018" y="2258735"/>
            <a:ext cx="285071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Telegram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3547" y="2702362"/>
            <a:ext cx="13123307" cy="587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6907" y="2823805"/>
            <a:ext cx="285071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Работа без интернета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51484" y="2823805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✅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32251" y="2823805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13018" y="2823805"/>
            <a:ext cx="285071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3547" y="3290292"/>
            <a:ext cx="13123307" cy="587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6907" y="3411736"/>
            <a:ext cx="285071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Нет центрального сервера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51484" y="3411736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✅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2251" y="3411736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13018" y="3411736"/>
            <a:ext cx="285071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3547" y="3878223"/>
            <a:ext cx="13123307" cy="8872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6907" y="3999667"/>
            <a:ext cx="2850713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Не требует номера телефона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51484" y="3999667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✅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32251" y="3999667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813018" y="3999667"/>
            <a:ext cx="285071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3547" y="4765477"/>
            <a:ext cx="13123307" cy="8872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6907" y="4886920"/>
            <a:ext cx="2850713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Прямые P2P звонки с метриками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51484" y="4886920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✅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32251" y="4886920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813018" y="4886920"/>
            <a:ext cx="285071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53547" y="5652730"/>
            <a:ext cx="13123307" cy="9101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6907" y="5774174"/>
            <a:ext cx="285071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Адаптивная буферизация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51484" y="5774174"/>
            <a:ext cx="2846903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✅</a:t>
            </a: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 (Конечный автомат качества)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32251" y="5774174"/>
            <a:ext cx="284690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813018" y="5774174"/>
            <a:ext cx="2850713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❌</a:t>
            </a:r>
            <a:endParaRPr lang="en-US" sz="1650" dirty="0">
              <a:latin typeface="Helvetica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5927" y="6783943"/>
            <a:ext cx="13138547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VORTEX — единственное решение для полной автономии и приватности без компромиссов в функциональности.</a:t>
            </a:r>
            <a:endParaRPr lang="en-US" sz="16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AF0EF-1A87-0162-B460-4C9D43EF664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0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 0"/>
          <p:cNvSpPr/>
          <p:nvPr/>
        </p:nvSpPr>
        <p:spPr>
          <a:xfrm>
            <a:off x="837724" y="1021199"/>
            <a:ext cx="801766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Helvetica" pitchFamily="2" charset="0"/>
                <a:ea typeface="Kanit" pitchFamily="34" charset="-122"/>
                <a:cs typeface="Kanit" pitchFamily="34" charset="-120"/>
              </a:rPr>
              <a:t>Запусти свой узел за 1 минуту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2451497"/>
            <a:ext cx="4154686" cy="2273975"/>
          </a:xfrm>
          <a:prstGeom prst="roundRect">
            <a:avLst>
              <a:gd name="adj" fmla="val 1579"/>
            </a:avLst>
          </a:prstGeom>
          <a:solidFill>
            <a:srgbClr val="1D1942"/>
          </a:solidFill>
          <a:ln/>
        </p:spPr>
      </p:sp>
      <p:sp>
        <p:nvSpPr>
          <p:cNvPr id="4" name="Shape 2"/>
          <p:cNvSpPr/>
          <p:nvPr/>
        </p:nvSpPr>
        <p:spPr>
          <a:xfrm>
            <a:off x="825818" y="2451497"/>
            <a:ext cx="4178498" cy="2273975"/>
          </a:xfrm>
          <a:prstGeom prst="roundRect">
            <a:avLst>
              <a:gd name="adj" fmla="val 1579"/>
            </a:avLst>
          </a:prstGeom>
          <a:solidFill>
            <a:srgbClr val="1D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65133" y="2630924"/>
            <a:ext cx="3699867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highlight>
                  <a:srgbClr val="1D1942"/>
                </a:highlight>
                <a:latin typeface="Helvetica" pitchFamily="2" charset="0"/>
                <a:ea typeface="Consolas Light" pitchFamily="34" charset="-122"/>
                <a:cs typeface="Consolas Light" pitchFamily="34" charset="-120"/>
              </a:rPr>
              <a:t>git clone https://github.com/Andre-wb/Vortex.git
cd Vortex &amp;&amp; python run.py
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7724" y="4994672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Открыть браузер и следовать инструкциям мастера настройки.</a:t>
            </a:r>
            <a:endParaRPr lang="en-US" sz="1850" dirty="0">
              <a:latin typeface="Helvetica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7724" y="5976104"/>
            <a:ext cx="4154686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D9E1FF"/>
                </a:solidFill>
                <a:latin typeface="Helvetica" pitchFamily="2" charset="0"/>
                <a:ea typeface="Martel Sans Light" pitchFamily="34" charset="-122"/>
                <a:cs typeface="Martel Sans Light" pitchFamily="34" charset="-120"/>
              </a:rPr>
              <a:t>Apache 2.0 License. Открытый исходный код. Твои данные принадлежат только тебе.</a:t>
            </a:r>
            <a:endParaRPr lang="en-US" sz="1500" dirty="0">
              <a:latin typeface="Helvetica" pitchFamily="2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22F760-ED29-415A-3056-353B15EF1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388" y="1902940"/>
            <a:ext cx="7772400" cy="5888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356</Words>
  <Application>Microsoft Macintosh PowerPoint</Application>
  <PresentationFormat>Custom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andrey13web72782@gmail.com</cp:lastModifiedBy>
  <cp:revision>2</cp:revision>
  <dcterms:created xsi:type="dcterms:W3CDTF">2026-03-08T03:23:36Z</dcterms:created>
  <dcterms:modified xsi:type="dcterms:W3CDTF">2026-03-08T03:28:31Z</dcterms:modified>
</cp:coreProperties>
</file>